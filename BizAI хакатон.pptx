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5" r:id="rId3"/>
    <p:sldId id="266" r:id="rId4"/>
    <p:sldId id="261" r:id="rId5"/>
    <p:sldId id="264" r:id="rId6"/>
    <p:sldId id="262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2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8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7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1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8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3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1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2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69C75A-D1B1-83FE-DE6B-DBBB56B19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99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9DF166-ACCF-1AC3-CA19-46724B676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A8736F-329F-EC0A-F9ED-E512E8D99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6471D10E-46C9-FD1D-D54B-FDA87F5D257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6FD52E-8A08-936D-E8DF-339738599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556FC-A0B8-97B2-A6B7-48090A27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3" y="1418180"/>
            <a:ext cx="5140387" cy="4962092"/>
          </a:xfrm>
          <a:noFill/>
        </p:spPr>
        <p:txBody>
          <a:bodyPr>
            <a:noAutofit/>
          </a:bodyPr>
          <a:lstStyle/>
          <a:p>
            <a:r>
              <a:rPr lang="en-US" sz="2400" dirty="0"/>
              <a:t>
  BizAI автоматически формирует понятные отчёты о состоянии бизнеса на основе данных о продажах, выручке, прибыли и расходах. Предприниматель получает полную картину работы компании за выбранный период без необходимости вручную изучать множество таблиц.
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1351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B17924-F218-EC73-BF93-D2D0AD32F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2CD013-BE11-82D8-5410-4DF4B26DA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C5262B0-D529-5044-5832-87BB3949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42" y="1815651"/>
            <a:ext cx="4658599" cy="2893808"/>
          </a:xfrm>
          <a:noFill/>
        </p:spPr>
        <p:txBody>
          <a:bodyPr>
            <a:normAutofit/>
          </a:bodyPr>
          <a:lstStyle/>
          <a:p>
            <a:r>
              <a:rPr lang="kk-KZ" sz="2400" dirty="0"/>
              <a:t>  </a:t>
            </a:r>
            <a:r>
              <a:rPr lang="en-US" sz="2400" dirty="0"/>
              <a:t> BizAI анализирует данные о продажах, расходах и товарах, чтобы помочь предпринимателям выявлять финансовые проблемы и находить возможности для улучшения результатов.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9304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71454B-5908-6DBA-9B5E-73258807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E60CB-8717-DABC-2314-EF51CD39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871" y="1766942"/>
            <a:ext cx="5684202" cy="3097905"/>
          </a:xfrm>
        </p:spPr>
        <p:txBody>
          <a:bodyPr>
            <a:normAutofit/>
          </a:bodyPr>
          <a:lstStyle/>
          <a:p>
            <a:r>
              <a:rPr lang="kk-KZ" sz="2400" dirty="0"/>
              <a:t>ИИ-советник BizAI помогает предпринимателям понимать, что происходит в их бизнесе, и находить способы улучшения результатов. Он анализирует данные о продажах, выручке, прибыли и расходах, чтобы давать понятные рекомендации на основе показателей бизнеса.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3808999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0BE59D-5265-C444-DFA4-719E8E550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4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064831-D8F8-2C15-D528-8416FDAF3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08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554DC5-203B-8705-CFA2-041FB8AFD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7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47313E-63B0-A79C-92C5-B6D906DA1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1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VanillaVTI</vt:lpstr>
      <vt:lpstr>Презентация PowerPoint</vt:lpstr>
      <vt:lpstr>Презентация PowerPoint</vt:lpstr>
      <vt:lpstr>Презентация PowerPoint</vt:lpstr>
      <vt:lpstr>Презентация PowerPoint</vt:lpstr>
      <vt:lpstr>
  BizAI автоматически формирует понятные отчёты о состоянии бизнеса на основе данных о продажах, выручке, прибыли и расходах. Предприниматель получает полную картину работы компании за выбранный период без необходимости вручную изучать множество таблиц.
</vt:lpstr>
      <vt:lpstr>   BizAI анализирует данные о продажах, расходах и товарах, чтобы помочь предпринимателям выявлять финансовые проблемы и находить возможности для улучшения результатов.</vt:lpstr>
      <vt:lpstr>ИИ-советник BizAI помогает предпринимателям понимать, что происходит в их бизнесе, и находить способы улучшения результатов. Он анализирует данные о продажах, выручке, прибыли и расходах, чтобы давать понятные рекомендации на основе показателей бизнеса.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такое BizAI?
  BizAI — это интеллектуальная платформа, которая помогает предпринимателям анализировать продажи, выявлять убытки и принимать более эффективные бизнес-решения с помощью искусственного интеллекта.
  Какие проблемы решает BizAI?
- 📊 Анализирует продажи, выручку и прибыль.
- ⚠️ Выявляет снижение продаж и лишние расходы.
- 📦 Находит товары, которые плохо продаются.
- 🤖 Предлагает персональные рекомендации для развития бизнеса.
  Наша цель
Сделать аналитику доступной каждому предпринимателю и помочь малому бизнесу работать эффективнее.
</dc:title>
  <dc:creator>Бекболат Дидарұлы</dc:creator>
  <cp:lastModifiedBy>Бекболат Дидарұлы</cp:lastModifiedBy>
  <cp:revision>6</cp:revision>
  <dcterms:created xsi:type="dcterms:W3CDTF">2026-10-16T16:16:13Z</dcterms:created>
  <dcterms:modified xsi:type="dcterms:W3CDTF">2026-10-16T18:50:04Z</dcterms:modified>
</cp:coreProperties>
</file>